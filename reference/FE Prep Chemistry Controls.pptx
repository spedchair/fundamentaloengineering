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2EDB9-C937-46FB-A435-177A23602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90CC-4B88-4235-B08A-39888C729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F166D-BB24-45CA-A0E4-CE0A483C3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02AF6-6C89-41D5-B657-2CC8CC88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E552C-C82E-42E0-81BE-6D10CBCA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9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1247E-C74A-48AC-82C4-F9182E18D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233D7-6046-42D7-8AC6-C0B376A12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F627A-212A-4C38-8417-7E6FD4C1A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DD55F-26D4-4B3E-A4C7-B0262B85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51E04-CF61-4A8D-B2BD-C8900B63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34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81AB-8E07-4928-9C24-08F3207E7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2D70C-8097-4A9C-A62A-626DA63EB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6DCCC-E791-471B-9AFB-D557BA3C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5215F-EE2B-4448-9664-071835FE6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212B9-FC3B-4DA5-AB41-F6CA80B1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2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8C10-9FD8-40EF-9C23-378437564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E72C-793D-4205-9B3D-7E4BDA8F2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E1650-4280-4A9A-9AD0-4F1CDE93B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5FD02-92D0-47E1-B18D-294E13698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A82E9-BB39-496B-A8C6-DB7296D8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EEA21-2D6A-46A8-9A28-D6BC1F54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8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6A53-8A61-46C5-8CED-AE4FE83C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29896-E1F0-4285-9557-73F763471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82F66-5CD8-4D49-A2C3-CD386BBD9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7D211-C71C-4238-9C75-778E9834C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12C8A-B6A9-4F1C-A697-26B31DDBD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B700DB-BE95-4816-997E-7E7D2824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E720FB-0649-43E9-BC84-E3BB2A78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59CAB-F6B2-4E0D-9887-7546C3AF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5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2BCB8-0F7F-45DE-96F8-AA7942A0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62F02-70EF-47D6-8A88-D8F2DE75B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19C5E8-26B8-49F6-9115-33A1B2DD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C0947-34B9-4763-8FC5-440FCFA30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0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72EB98-D466-4507-9BE6-8A1DDA5C1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90A88-3C02-4C81-B593-CEB9AB78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FA933-1576-4B32-A674-EC4E7F86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0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3A6E-3A2D-4522-888B-34106A7AC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2EF7A-12C7-449F-9682-1D3795560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5E185-E362-4074-A2F8-C27EF48CB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B1470-622F-454D-A54A-249A5FA6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5D1BD-3C9F-4E57-9236-D790C0AF8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7F5AF-15FF-49FE-B67D-8B908A2A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4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EBEF-7A6D-4C57-BDB9-D47D633FC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0EB7D8-A599-4F68-A8B6-0C9E78772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8F572-668C-4669-B0D9-99185108D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33EF2-32AB-49B5-AA34-C0A0B8DD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FFC43-C39C-4899-9578-F7180FF5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D8489-6C8C-4EE5-A434-60E26636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8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FE3E8-B284-4A74-8901-AB3CFF6A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6BC4F-39A4-4FC6-AF5F-4FD6BC5E1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68E34-A1BA-4BEA-9C69-63FBE4B6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647AB-DA96-4FBB-BC28-099AB357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773A1-8134-4932-B8A8-4F13475B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1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CA0868-23F9-4E15-8FAF-B56E8E088E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E3006-2EF7-441F-9592-5E71AEEF4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D31B1-0842-4F6F-A39D-71E3684BB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23B14-3A3C-4281-AB52-2EA7C1CAA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AC2D8-D8C3-471E-BBF5-9C46D599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5EF46A-2159-4927-960D-76067B314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6E2C4-6900-4476-8CE4-4B1A7612F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C8306-AE70-4374-9FD6-214338ED7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D5D0A-F615-4C4F-8DCB-9EE692D91316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8E660-8BD9-4D9B-A2CD-C7FB419F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658AB-B886-4EA3-ABF0-942D214DD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E6248-8717-4041-8D09-3AA80E183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9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50BC6-7609-4435-B6BB-CD74A65AF4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 Practice (Section 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3DB9B-02F2-46DE-84DC-E32182D7B6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57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02AA-FD91-472A-807D-E1A2980D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Stoichiometry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356E0A-4D44-4836-A955-238CAB452C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the complete combustion of octane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lang="en-US" dirty="0"/>
                  <a:t>), how many grams of oxygen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 are required to burn 50.0 grams of octane?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Steps</a:t>
                </a:r>
              </a:p>
              <a:p>
                <a:pPr lvl="1"/>
                <a:r>
                  <a:rPr lang="en-US" dirty="0"/>
                  <a:t>Find molar mass of octane (p 168, 114 g/mol)</a:t>
                </a:r>
              </a:p>
              <a:p>
                <a:pPr lvl="1"/>
                <a:r>
                  <a:rPr lang="en-US" dirty="0"/>
                  <a:t>Find molar mass of oxygen (p 168, 32 g/mol)</a:t>
                </a:r>
              </a:p>
              <a:p>
                <a:pPr lvl="1"/>
                <a:r>
                  <a:rPr lang="en-US" dirty="0"/>
                  <a:t>Balance equation above</a:t>
                </a:r>
              </a:p>
              <a:p>
                <a:pPr lvl="1"/>
                <a:r>
                  <a:rPr lang="en-US" dirty="0"/>
                  <a:t>Use ratio of octane to oxygen to find mass of oxygen needed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356E0A-4D44-4836-A955-238CAB452C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34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02AA-FD91-472A-807D-E1A2980D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Stoichiometry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356E0A-4D44-4836-A955-238CAB452C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the complete combustion of octane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lang="en-US" dirty="0"/>
                  <a:t>), how many grams of oxygen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 are required to burn 50.0 grams of octane?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arPr>
                      <m:e/>
                    </m:ba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/>
                    </m:ba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bar>
                      <m:bar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/>
                    </m:ba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/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ba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12.5</m:t>
                        </m:r>
                      </m:e>
                    </m:ba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bar>
                      <m:bar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every 1 mol of octane, we need 12.5 moles of oxygen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356E0A-4D44-4836-A955-238CAB452C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921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02AA-FD91-472A-807D-E1A2980D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Stoichiometry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356E0A-4D44-4836-A955-238CAB452C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the complete combustion of octane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lang="en-US" dirty="0"/>
                  <a:t>), how many grams of oxygen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 are required to burn 50.0 grams of octane?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50 g of octane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114 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0.439</a:t>
                </a:r>
                <a:r>
                  <a:rPr lang="en-US" dirty="0"/>
                  <a:t> mol of octane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Mol of oxygen: 0.439*12.5=</a:t>
                </a:r>
                <a:r>
                  <a:rPr lang="en-US" b="1" dirty="0"/>
                  <a:t>5.48</a:t>
                </a:r>
                <a:r>
                  <a:rPr lang="en-US" dirty="0"/>
                  <a:t> mol of oxygen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Grams of oxygen: 5.48 mol*32 g/mol = </a:t>
                </a:r>
                <a:r>
                  <a:rPr lang="en-US" b="1" u="sng" dirty="0"/>
                  <a:t>175.4</a:t>
                </a:r>
                <a:r>
                  <a:rPr lang="en-US" u="sng" dirty="0"/>
                  <a:t> g of oxygen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356E0A-4D44-4836-A955-238CAB452C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436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9D65A-203A-4A9C-A889-4EC860E98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Acid-Base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1AA855-2F81-4ABF-A415-7241264883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solution of nitric acid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𝐻𝑁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) has a hydronium ion concentration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] of 2.5 x 10</a:t>
                </a:r>
                <a:r>
                  <a:rPr lang="en-US" baseline="30000" dirty="0"/>
                  <a:t>-4</a:t>
                </a:r>
                <a:r>
                  <a:rPr lang="en-US" dirty="0"/>
                  <a:t> M. What is the pH of the solution?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p>
                                    </m:sSup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=3.60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1AA855-2F81-4ABF-A415-7241264883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3874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A8AA-1D80-41D4-8D0B-D10173E7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Instrumentation 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F27D09-EB6C-4551-9B93-676DEF07E2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Wheatstone bridge is used to measure the resistance of a strain gauge. The bridge has three fixed resistors R=120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(1-3). The input voltage is 10 V. If the output voltage is 0.05 V, what is the resistance of the active strain gauge (R</a:t>
                </a:r>
                <a:r>
                  <a:rPr lang="en-US" baseline="-25000" dirty="0"/>
                  <a:t>4</a:t>
                </a:r>
                <a:r>
                  <a:rPr lang="en-US" dirty="0"/>
                  <a:t>)?</a:t>
                </a:r>
              </a:p>
              <a:p>
                <a:endParaRPr lang="en-US" dirty="0"/>
              </a:p>
              <a:p>
                <a:r>
                  <a:rPr lang="en-US" dirty="0"/>
                  <a:t>Page 223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F27D09-EB6C-4551-9B93-676DEF07E2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271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319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FE Practice (Section 1)</vt:lpstr>
      <vt:lpstr>Stoichiometry Question</vt:lpstr>
      <vt:lpstr>Stoichiometry Question</vt:lpstr>
      <vt:lpstr>Stoichiometry Question</vt:lpstr>
      <vt:lpstr>Acid-Base Question</vt:lpstr>
      <vt:lpstr>Instrumentation 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 Practice (Section 1)</dc:title>
  <dc:creator>Cobb, Bryan</dc:creator>
  <cp:lastModifiedBy>Cobb, Bryan</cp:lastModifiedBy>
  <cp:revision>6</cp:revision>
  <dcterms:created xsi:type="dcterms:W3CDTF">2026-01-29T17:22:26Z</dcterms:created>
  <dcterms:modified xsi:type="dcterms:W3CDTF">2026-01-29T18:10:13Z</dcterms:modified>
</cp:coreProperties>
</file>