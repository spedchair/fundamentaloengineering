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6" r:id="rId4"/>
    <p:sldId id="297" r:id="rId5"/>
    <p:sldId id="29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9EC1-9C32-44FB-878A-F087E4405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288ED-9289-459E-945B-E205C10DC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5A71-30CC-4278-9BBD-E2FFB117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C9163-DF7B-410E-AF80-F85D8F05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3A23-5CBC-45AE-A65C-94680246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7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B22D-F332-47AD-8A76-09A8CF45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CC4EE-50A6-4471-857F-2CAB39F5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21DA-9D4C-4E9E-973F-C8297E53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AB914-A8E3-4036-9719-777AB064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6F98-4C76-4BF3-9AAE-EBE4FA51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5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1055-616C-40C4-BD4D-17692417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54254-E938-4209-B1C1-67CA29285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3B992-9489-4F41-9EFB-FBDC2E39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9798-AA82-4145-A407-8E313074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E16FF-8616-4692-9E36-A1C71CC7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5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68F8-0541-435F-A139-B3F1743F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64D9-216F-405D-BF02-1FC90B545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300EB-3243-4E4C-B2A8-E5625921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31211-BAC4-4832-B0F3-8DA57A65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834A1-48F5-4EB9-8EAB-9DDD532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BD90A-8617-4B5F-AD81-80636A6C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F044-C8C8-4AD3-A71F-39687A4D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0ACDC-582C-49A1-8BD1-0EC40CE7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3774-FBAA-459D-BF12-55624D571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B1B47-3644-479A-AA41-817E33E40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78373-693F-4661-BFB2-2F8D3B4D8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62E8E-3FC5-47D0-9788-D5BE5274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56389-2128-4152-B3D5-D3D5D2B9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3EE30-2726-43D4-9818-7B537680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1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D4BB-2DB5-4B8A-A797-7CCC4BBE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8F275-9266-48EC-B061-4DD4D57D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7267F-A79D-4E5E-AA88-D58BA458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24F57-7E47-48E2-9F68-107430A7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4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11F85-31EE-47D3-9570-AAE03976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738EF-860F-4A4B-87F5-396A6E70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9C1EA-F0C0-4ECB-8719-9C564763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3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4958-40B7-4921-B8CB-C7EDC8D6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46AC-1A72-432F-A905-E72B1972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8C59-1AE6-4070-B9DB-C4301DC05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DD342-FA34-4A28-BD9A-1035D5C8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58985-7532-4AEA-B3B0-8ACA9A50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157B8-A5FB-4C44-B654-A78B91FC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46D0-EF31-40CE-B398-5308CE86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434FC-3190-453E-AF3F-7FE63B96E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9B7B5-CA53-4807-850A-D3453D4C5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7E629-671F-4B63-8DEB-B94989D3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6C36-63AC-40E8-8329-4BB719EC5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66CDB-84E6-48FB-ABDF-C62DF73A8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09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7F4B-75A0-4C58-9B34-4E4C29B5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1D0AE-38B6-4E19-B342-F232BAB41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34EB0-B1FA-4EB4-BA35-F5653727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ED10-0E0D-4E70-B49D-B0189AC0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665F9-3250-4DDA-B1A3-F8ED978C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1C490-E161-4D96-8874-A3E3DFAFD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CD765-3327-44A5-9A5C-5ACE9A5FC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E0741-0D03-465A-964E-E56A9DFE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9B80-7BA3-4075-A234-3D874D6A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1505B-0E2B-42EB-9BB4-1A5B551E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635A08-3235-42F6-B8B9-DD8946ED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31259-440D-4D6B-BD4A-FB1E71420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F97CD-608D-490B-9F86-2717487F4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0B257-E101-452C-88D8-AB2804988F0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1AF8-7F9E-422A-96ED-69D8158E4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7D007-3BDB-40A5-AFE9-885AD1F71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72214-BCC4-4922-B0D3-E6EF9AEE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3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count.ncees.org/exam-prep?_gl=1*z0h8p7*_ga*MTg1NDczMzY1MS4xNzY4MzIzOTk2*_ga_B03XZ4F5W7*czE3NjgzMjM5OTYkbzEkZzEkdDE3NjgzMjUxODckajYwJGwwJGgw" TargetMode="External"/><Relationship Id="rId2" Type="http://schemas.openxmlformats.org/officeDocument/2006/relationships/hyperlink" Target="https://ncees.org/exams/fe-exa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E8BF-5CC2-400C-8257-AB08E8308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Capstone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D2452-3BF7-48F3-9BBD-C05BBBC19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Day of Class</a:t>
            </a:r>
          </a:p>
        </p:txBody>
      </p:sp>
    </p:spTree>
    <p:extLst>
      <p:ext uri="{BB962C8B-B14F-4D97-AF65-F5344CB8AC3E}">
        <p14:creationId xmlns:p14="http://schemas.microsoft.com/office/powerpoint/2010/main" val="384993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550D-A8B3-4C53-97F3-07DD4EB8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Project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0783E-C605-4EB2-B369-5834FE1F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Preliminary Report &amp; Presentation: Thursday February 26</a:t>
            </a:r>
            <a:r>
              <a:rPr lang="en-US" baseline="30000" dirty="0"/>
              <a:t>th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EFx</a:t>
            </a:r>
            <a:r>
              <a:rPr lang="en-US" dirty="0"/>
              <a:t> Dallas &amp; Alumni Weekend: April 10-11</a:t>
            </a:r>
            <a:r>
              <a:rPr lang="en-US" baseline="30000" dirty="0"/>
              <a:t>th</a:t>
            </a:r>
            <a:endParaRPr lang="en-US" dirty="0"/>
          </a:p>
          <a:p>
            <a:endParaRPr lang="en-US" dirty="0"/>
          </a:p>
          <a:p>
            <a:r>
              <a:rPr lang="en-US" dirty="0"/>
              <a:t>Final Report &amp; Presentation: Thursday April 16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B980-1E59-4FDA-A5A6-4E0E4008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 Practice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E182-2FFD-42FB-B03E-27FDEE43F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FE Exam: 3 x 1-hour test, in-class, 20 multiple choice questions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February 3</a:t>
            </a:r>
            <a:r>
              <a:rPr lang="en-US" dirty="0"/>
              <a:t> – Math, Probability &amp; Statistics, Chemistry, Instrumentation &amp; Controls, Engineering Ethics &amp; Societal Impacts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March 10</a:t>
            </a:r>
            <a:r>
              <a:rPr lang="en-US" dirty="0"/>
              <a:t> – Safety/Health/Environment, Engineering Economics, Statics, Dynamics, Strength of Materials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March 31 </a:t>
            </a:r>
            <a:r>
              <a:rPr lang="en-US" dirty="0"/>
              <a:t>– Materials, Fluid Mechanics, Basic Electrical Engineering, Thermodynamics &amp; Heat Transfer, </a:t>
            </a:r>
          </a:p>
        </p:txBody>
      </p:sp>
    </p:spTree>
    <p:extLst>
      <p:ext uri="{BB962C8B-B14F-4D97-AF65-F5344CB8AC3E}">
        <p14:creationId xmlns:p14="http://schemas.microsoft.com/office/powerpoint/2010/main" val="257075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30AA-6214-4CFE-9A0B-20AFCC5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BBCD-CA16-49B3-B90A-D21A58DE3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 Handbook: </a:t>
            </a:r>
          </a:p>
          <a:p>
            <a:pPr lvl="1"/>
            <a:r>
              <a:rPr lang="en-US" dirty="0"/>
              <a:t>Posted on Inquire</a:t>
            </a:r>
          </a:p>
          <a:p>
            <a:pPr lvl="1"/>
            <a:r>
              <a:rPr lang="en-US" dirty="0"/>
              <a:t>Also available here (must create account): </a:t>
            </a:r>
            <a:r>
              <a:rPr lang="en-US" dirty="0">
                <a:hlinkClick r:id="rId2"/>
              </a:rPr>
              <a:t>https://ncees.org/exams/fe-exam/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FE Practice Exams (highly encouraged): </a:t>
            </a:r>
            <a:r>
              <a:rPr lang="en-US" dirty="0">
                <a:hlinkClick r:id="rId3"/>
              </a:rPr>
              <a:t>https://account.ncees.org/exam-prep?_gl=1*z0h8p7*_ga*MTg1NDczMzY1MS4xNzY4MzIzOTk2*_ga_B03XZ4F5W7*czE3NjgzMjM5OTYkbzEkZzEkdDE3NjgzMjUxODckajYwJGwwJGgw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0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217F-003C-4A9F-807E-97122607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AE3D-E797-4DE6-9073-B2E570578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Connections &amp; Careers</a:t>
            </a:r>
          </a:p>
          <a:p>
            <a:r>
              <a:rPr lang="en-US" dirty="0"/>
              <a:t>Date &amp; time: </a:t>
            </a:r>
            <a:r>
              <a:rPr lang="en-US" dirty="0">
                <a:solidFill>
                  <a:srgbClr val="0070C0"/>
                </a:solidFill>
              </a:rPr>
              <a:t>Wednesday February 25</a:t>
            </a:r>
            <a:r>
              <a:rPr lang="en-US" baseline="30000" dirty="0">
                <a:solidFill>
                  <a:srgbClr val="0070C0"/>
                </a:solidFill>
              </a:rPr>
              <a:t>th</a:t>
            </a:r>
            <a:r>
              <a:rPr lang="en-US" dirty="0">
                <a:solidFill>
                  <a:srgbClr val="0070C0"/>
                </a:solidFill>
              </a:rPr>
              <a:t>, 5:30-7:00 pm</a:t>
            </a:r>
          </a:p>
          <a:p>
            <a:r>
              <a:rPr lang="en-US" dirty="0"/>
              <a:t>If you have a conflict, communicate with me early</a:t>
            </a:r>
          </a:p>
          <a:p>
            <a:pPr lvl="1"/>
            <a:endParaRPr lang="en-US" dirty="0"/>
          </a:p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Attend the event</a:t>
            </a:r>
          </a:p>
          <a:p>
            <a:pPr lvl="1"/>
            <a:r>
              <a:rPr lang="en-US" dirty="0"/>
              <a:t>Meet an industry professional</a:t>
            </a:r>
          </a:p>
          <a:p>
            <a:pPr lvl="1"/>
            <a:r>
              <a:rPr lang="en-US" dirty="0"/>
              <a:t>Write a 1-page reflection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9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205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Design Capstone II</vt:lpstr>
      <vt:lpstr>Important Project Dates</vt:lpstr>
      <vt:lpstr>FE Practice Exam</vt:lpstr>
      <vt:lpstr>FE Resources</vt:lpstr>
      <vt:lpstr>Networking Event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Capstone II</dc:title>
  <dc:creator>Cobb, Bryan</dc:creator>
  <cp:lastModifiedBy>Cobb, Bryan</cp:lastModifiedBy>
  <cp:revision>5</cp:revision>
  <dcterms:created xsi:type="dcterms:W3CDTF">2026-01-13T17:05:45Z</dcterms:created>
  <dcterms:modified xsi:type="dcterms:W3CDTF">2026-01-13T17:59:22Z</dcterms:modified>
</cp:coreProperties>
</file>