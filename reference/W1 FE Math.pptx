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79E52-F8AA-465B-BA1E-935B38F0E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F98CF-7304-4739-A685-324FCB111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3D530-6F4E-4BDF-85BC-267546C0A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6A53-00B4-4F49-9E9C-983749D0E4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3BFCC-AC1D-4416-A602-DBA38254B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595E4-A6A3-453F-B9DA-866497ADE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640D-C646-4D9D-B395-E3DDF58DA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59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DBCCD-B052-4911-A090-E8A5C503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7591F-D9FC-4E28-8307-2BDFDA86C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855E0-1DC7-4051-8F07-93202473D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6A53-00B4-4F49-9E9C-983749D0E4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23DCD-53C6-4FFF-B17D-F7541AE4C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C20E2-7113-4E34-AA66-D33CEEDC1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640D-C646-4D9D-B395-E3DDF58DA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77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8BA55-D4AF-4237-8746-E7B92A274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1AEC6-4642-4117-887F-BE78A21B1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99AEE-5064-4625-8345-065A23836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6A53-00B4-4F49-9E9C-983749D0E4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67563-A5FD-49F0-B099-A50E27A35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D4968-8132-4D33-B858-5ED099C8C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640D-C646-4D9D-B395-E3DDF58DA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71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12D6-3391-49A9-BE51-189AE2793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EA19B-6267-4CAE-8289-94A7CEB8B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E52D1E-1CE0-4F28-9B72-039667CFD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56344-D292-45E1-86A9-AE481F710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6A53-00B4-4F49-9E9C-983749D0E4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3D887-10F1-4306-B642-05213E0BB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72927-6DAC-4A2F-AA87-76E995942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640D-C646-4D9D-B395-E3DDF58DA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63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7B82B-8FE7-4F5F-9154-FE1E81C38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7C2B7-1DFA-48EC-96B7-AA78D09F2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5B078-3AE0-434C-9BA7-B8B22C9EE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DA233C-BD67-4AAA-98EA-DBE9DCCC2C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994805-1895-4D08-B7A5-9B9C96EA3D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500E45-49DB-4B0C-8270-4A90DC4A4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6A53-00B4-4F49-9E9C-983749D0E4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2C7730-04AD-451A-AEEE-5C7727B96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D468-DE8E-4FED-8391-8A01F82B9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640D-C646-4D9D-B395-E3DDF58DA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96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8923B-E2A6-4727-B1DD-048B96ADE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A24555-2F11-458D-98CA-66FB0CB12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6A53-00B4-4F49-9E9C-983749D0E4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E8894-3441-4831-AFD7-C235B0F6A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4545AD-7978-4C38-A95D-5BFC04D16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640D-C646-4D9D-B395-E3DDF58DA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58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CD667-66F0-41EF-83A1-6162DDD44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6A53-00B4-4F49-9E9C-983749D0E4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E2FF1B-01A9-4D05-97F7-C496C3C35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E2A6E-2A18-4C28-B141-24F40E8D3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640D-C646-4D9D-B395-E3DDF58DA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450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98D3B-B00E-4674-BCD0-A3ED4A660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6E7F9-54CA-462A-898B-E63A47AF7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8C8BF-63D1-4821-9A99-55E0EC6FC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571B1-00C5-4339-B66D-A464EA0B5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6A53-00B4-4F49-9E9C-983749D0E4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F266A-0B53-4850-8EA6-A1D373B3F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E6E3D-F368-425C-B6BE-5F863CCBB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640D-C646-4D9D-B395-E3DDF58DA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99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0CF6D-CA6F-4881-AF45-53A3E5551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91F8EA-EB9F-4DA9-9216-504FF166B3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65AF5-2642-4B3C-A6CB-99774B1F9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0E26B-0AC4-4484-971A-3B52A349F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6A53-00B4-4F49-9E9C-983749D0E4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481F0-8676-462F-9627-1528FEA60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289D4-8914-446F-83CA-C2BF0A90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640D-C646-4D9D-B395-E3DDF58DA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849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ED539-7F2F-4579-9904-CA7253242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0577A4-F0E8-4A01-B231-A140ABC65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0581F-CBFC-42E5-A5F3-7A32C08F4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6A53-00B4-4F49-9E9C-983749D0E4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3B840-FBE7-4E77-A5E8-7A97E718B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339C1-0857-43A4-8A8B-07B175725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640D-C646-4D9D-B395-E3DDF58DA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12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15E5DE-26F0-410A-B716-9AA0160E8D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EB5C0D-B3A5-491F-8CE1-8494BCF2D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EA094-59B0-425E-BC07-65EF4FC00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6A53-00B4-4F49-9E9C-983749D0E4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FDF42-F323-419D-BD04-9516F666A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ACD37-BE30-4007-A2B0-D9570475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640D-C646-4D9D-B395-E3DDF58DA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7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A29E4B-2CA2-4D4E-B770-3BDD7F783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9FEC3-3D37-428B-B523-5620475D9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375D9-EAD4-41B5-B8A4-FE3240722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26A53-00B4-4F49-9E9C-983749D0E4A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9D45D-0C12-45B4-A435-779AE7A182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6AB3C-10AC-443A-A6E5-6035D7EED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1640D-C646-4D9D-B395-E3DDF58DA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77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5843-E0F0-4F8E-BDF2-D090BFD8B4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Capstone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848071-141C-4661-B9D5-715B18A62B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Mathematics Review</a:t>
            </a:r>
          </a:p>
        </p:txBody>
      </p:sp>
    </p:spTree>
    <p:extLst>
      <p:ext uri="{BB962C8B-B14F-4D97-AF65-F5344CB8AC3E}">
        <p14:creationId xmlns:p14="http://schemas.microsoft.com/office/powerpoint/2010/main" val="3051407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DD658-0510-4D4D-B90F-3960B0898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AB00F-0AC2-4EC1-A6CE-7EC954104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Analytic Geometry &amp; Trigonometry</a:t>
            </a:r>
          </a:p>
          <a:p>
            <a:r>
              <a:rPr lang="en-US" dirty="0"/>
              <a:t>Single-Variable Calculus</a:t>
            </a:r>
          </a:p>
          <a:p>
            <a:r>
              <a:rPr lang="en-US" dirty="0"/>
              <a:t>Differential Equations</a:t>
            </a:r>
          </a:p>
          <a:p>
            <a:r>
              <a:rPr lang="en-US" dirty="0"/>
              <a:t>Linear Algebra</a:t>
            </a:r>
          </a:p>
          <a:p>
            <a:r>
              <a:rPr lang="en-US" dirty="0"/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691468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25069-BDFE-44A9-B525-98FC51A3B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 Geometry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C53CEF-8053-46D6-BCD5-E2F3F9A446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Find the center and radius of a circle defined by the equation: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Tip: Handbook page 45, Case 4. Circle</a:t>
                </a:r>
              </a:p>
              <a:p>
                <a:r>
                  <a:rPr lang="en-US" dirty="0"/>
                  <a:t>Standard form of equation for circle: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C53CEF-8053-46D6-BCD5-E2F3F9A446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1310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8BAC3-F5DE-4060-B780-1EB1C9B27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Trigonometry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1022E5-CBB7-4EC0-A127-D198F21719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Simplify the following expression: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func>
                          <m:func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i="0" smtClean="0"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1022E5-CBB7-4EC0-A127-D198F21719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3320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6A13C-E687-4149-8B13-B1852766D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Single-Variable Calculus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A822A2-43B7-4BFB-AAA9-5459674C95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Evaluate the following definite integral: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+5</m:t>
                            </m:r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A822A2-43B7-4BFB-AAA9-5459674C95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815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7CF34-8252-4058-B3CE-CB06EFB43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C962EE-4A85-45E8-BE05-53441CEEB9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Identify the general solution for the first-order separable differential equation: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C962EE-4A85-45E8-BE05-53441CEEB9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0986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AD3B1-8394-4BFA-8C16-D8106823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C1276-FEC6-44CC-AB2D-F778335C9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determinant of the following 3x3 matrix:</a:t>
            </a:r>
          </a:p>
          <a:p>
            <a:pPr lvl="1"/>
            <a:r>
              <a:rPr lang="en-US" dirty="0"/>
              <a:t>A = [1   0   3</a:t>
            </a:r>
          </a:p>
          <a:p>
            <a:pPr marL="914400" lvl="2" indent="0">
              <a:buNone/>
            </a:pPr>
            <a:r>
              <a:rPr lang="en-US" dirty="0"/>
              <a:t>      </a:t>
            </a:r>
            <a:r>
              <a:rPr lang="en-US" sz="2400" dirty="0"/>
              <a:t>3   -1   1</a:t>
            </a:r>
          </a:p>
          <a:p>
            <a:pPr marL="914400" lvl="2" indent="0">
              <a:buNone/>
            </a:pPr>
            <a:r>
              <a:rPr lang="en-US" sz="2400" dirty="0"/>
              <a:t>      2   0   4]</a:t>
            </a:r>
          </a:p>
          <a:p>
            <a:pPr marL="914400" lvl="2" indent="0">
              <a:buNone/>
            </a:pPr>
            <a:endParaRPr lang="en-US" sz="2400" dirty="0"/>
          </a:p>
          <a:p>
            <a:pPr marL="914400" lvl="2" indent="0">
              <a:buNone/>
            </a:pPr>
            <a:r>
              <a:rPr lang="en-US" sz="2400" dirty="0"/>
              <a:t>Turn to page 59</a:t>
            </a:r>
          </a:p>
        </p:txBody>
      </p:sp>
    </p:spTree>
    <p:extLst>
      <p:ext uri="{BB962C8B-B14F-4D97-AF65-F5344CB8AC3E}">
        <p14:creationId xmlns:p14="http://schemas.microsoft.com/office/powerpoint/2010/main" val="3835022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BBD9A-F834-49E9-B94B-678E73B8C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566E5-8AC6-42E4-AE6C-0201533CF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Newton-Raphson method with an initial guess of x0=2, find the first approximation (x1) for a root of f(x)=x^2-5=0</a:t>
            </a:r>
          </a:p>
        </p:txBody>
      </p:sp>
    </p:spTree>
    <p:extLst>
      <p:ext uri="{BB962C8B-B14F-4D97-AF65-F5344CB8AC3E}">
        <p14:creationId xmlns:p14="http://schemas.microsoft.com/office/powerpoint/2010/main" val="1588650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1293</TotalTime>
  <Words>164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Design Capstone II</vt:lpstr>
      <vt:lpstr>Mathematics Content</vt:lpstr>
      <vt:lpstr>Analytic Geometry</vt:lpstr>
      <vt:lpstr>Trigonometry</vt:lpstr>
      <vt:lpstr>Single-Variable Calculus</vt:lpstr>
      <vt:lpstr>Differential Equations</vt:lpstr>
      <vt:lpstr>Linear Algebra</vt:lpstr>
      <vt:lpstr>Numerical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Capstone II</dc:title>
  <dc:creator>Cobb, Bryan</dc:creator>
  <cp:lastModifiedBy>Labman, RC</cp:lastModifiedBy>
  <cp:revision>4</cp:revision>
  <dcterms:created xsi:type="dcterms:W3CDTF">2026-01-13T18:08:09Z</dcterms:created>
  <dcterms:modified xsi:type="dcterms:W3CDTF">2026-01-15T19:08:59Z</dcterms:modified>
</cp:coreProperties>
</file>